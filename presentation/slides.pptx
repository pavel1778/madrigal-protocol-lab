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Лаборатория протоколов</dc:title>
  <dc:subject>Восстановление недокументированного бинарного протокола поверх TCP.
UMIRHack 2026, кейс #02, Мадригал. Команда HTTP 418.
</dc:subject>
  <dc:creator/>
  <cp:lastModifiedBy/>
  <cp:revision>1</cp:revision>
  <dcterms:created xsi:type="dcterms:W3CDTF">2026-10-11T18:45:12Z</dcterms:created>
  <dcterms:modified xsi:type="dcterms:W3CDTF">2026-10-11T18:45:12Z</dcterms:modified>
</cp:coreProperties>
</file>