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Tektur"/>
      <p:regular r:id="rId22" fontKey="{27E04CAF-4F9E-C315-3E78-7ADC5AE0D597}"/>
      <p:bold r:id="rId23" fontKey="{A12660F0-7690-25AC-9BE9-6509C0A8B2A5}"/>
    </p:embeddedFont>
    <p:embeddedFont>
      <p:font typeface="Montserrat"/>
      <p:regular r:id="rId24" fontKey="{3547397D-CEC3-B89A-5FB5-020C9CB6E4DD}"/>
      <p:bold r:id="rId25" fontKey="{0CB8D5B1-66EF-C706-0E19-6341EC3D8E46}"/>
    </p:embeddedFont>
    <p:embeddedFont>
      <p:font typeface="JetBrains Mono"/>
      <p:regular r:id="rId26" fontKey="{C6EB8399-2A56-D694-A331-105094B34A55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задачи и наша первая гипотеза о смещении поля длины.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96926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8A29E"/>
                </a:solidFill>
                <a:latin typeface="JetBrains Mono"/>
              </a:rPr>
              <a:t>КЕЙС ЗАКАЗЧИКА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826703" y="1280160"/>
            <a:ext cx="2706624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drig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295" y="1426464"/>
            <a:ext cx="2377440" cy="497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D0603A"/>
                </a:solidFill>
                <a:latin typeface="JetBrains Mono"/>
              </a:rPr>
              <a:t>Python 3.12 · PySide6 · dpkt · pytest · Docker</a:t>
            </a:r>
          </a:p>
        </p:txBody>
      </p:sp>
    </p:spTree>
  </p:cSld>
  <p:clrMapOvr>
    <a:masterClrMapping/>
  </p:clrMapOvr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6596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976" y="2057400"/>
            <a:ext cx="758952" cy="7589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196596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5464" y="2057400"/>
            <a:ext cx="758952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</a:t>
            </a:r>
            <a:r>
              <a:rPr sz="1500" b="0">
                <a:solidFill>
                  <a:srgbClr val="F4F1EC"/>
                </a:solidFill>
                <a:latin typeface="Montserrat"/>
              </a:rPr>
              <a:t>/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5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Смещение поля длины оказалось на четыре байта позже, чем мы считали: одно правило, два чтения, поле длины остаётся на offset 2.</a:t>
            </a:r>
          </a:p>
        </p:txBody>
      </p:sp>
      <p:pic>
        <p:nvPicPr>
          <p:cNvPr id="16" name="Picture 15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0"/>
            <a:ext cx="3349951" cy="1280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14</a:t>
            </a:r>
          </a:p>
        </p:txBody>
      </p:sp>
    </p:spTree>
  </p:cSld>
  <p:clrMapOvr>
    <a:masterClrMapping/>
  </p:clrMapOvr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4 НЕЗАВИСИМЫЕ СЕССИИ В КОРПУСЕ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Значение 2 повторяется в независимых сессиях корпуса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Что получилось: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2834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7055" y="2788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77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Осколки IP собираются в одно сообщение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IPv4 и IPv6 по своим правилам. Сессия знает, из каких пакетов собрана: статус reassembled_from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IPv4 группирует по id и protocol, offset в единицах по 8 байт; неполный фрагмент не собирается.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IPv6 группирует по id; перекрытие не допускается — датаграмма отбрасывается.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94560"/>
            <a:ext cx="52422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0603A"/>
                </a:solidFill>
                <a:latin typeface="JetBrains Mono"/>
              </a:rPr>
              <a:t>01 00 00 03 13 00 55 …  ▸ ▸ ▸ ▸ ▸ ▸ 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IPv4 id + protocol, offset ×8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9292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9292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IPv6 id, перекрытие отклонено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892040"/>
            <a:ext cx="1911096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4937760"/>
            <a:ext cx="1911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12 тестов фрагментации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Дырка — это incomplete, а не ноль: байты не угадываются, пока не покрыт каждый байт до конца и не увиден последний фрагмент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12 с на 95 МиБ — пик памяти 350 МиБ, 9% бюджета 4 ГиБ</a:t>
            </a:r>
          </a:p>
        </p:txBody>
      </p:sp>
      <p:pic>
        <p:nvPicPr>
          <p:cNvPr id="8" name="Picture 7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772264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4937760"/>
            <a:ext cx="1444752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4937760"/>
            <a:ext cx="1600200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498348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937760"/>
            <a:ext cx="1133856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498348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250k пакетов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правила; условия замера: 95.66 МиБ, 250 000 пакетов, 1000 сессий, 4 vCPU / 16 ГиБ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400" fill="hold"/>
                            <p:tgtEl>
                              <p:spTgt spid="8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Демонстрация: живое окно и запись прогона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окне. Резерв — запись полного прогона, 2:22, без звука; играется, если живое окно не поднимется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14</a:t>
            </a:r>
          </a:p>
        </p:txBody>
      </p:sp>
    </p:spTree>
  </p:cSld>
  <p:clrMapOvr>
    <a:masterClrMapping/>
  </p:clrMapOvr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МЫ НЕ УТВЕРЖДАЕМ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ОСТАЛОСЬ ЗА РАМКАМИ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14</a:t>
            </a:r>
          </a:p>
        </p:txBody>
      </p:sp>
    </p:spTree>
  </p:cSld>
  <p:clrMapOvr>
    <a:masterClrMapping/>
  </p:clrMapOvr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5532120"/>
            <a:ext cx="27432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drigal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5660136"/>
            <a:ext cx="2377440" cy="497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6263640"/>
            <a:ext cx="103628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8A29E"/>
                </a:solidFill>
                <a:latin typeface="JetBrains Mono"/>
              </a:rPr>
              <a:t>Кейс #02 · UMIRHack 2026</a:t>
            </a:r>
          </a:p>
        </p:txBody>
      </p:sp>
    </p:spTree>
  </p:cSld>
  <p:clrMapOvr>
    <a:masterClrMapping/>
  </p:clrMapOvr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