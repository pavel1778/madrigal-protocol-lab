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377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74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647" y="2194560"/>
            <a:ext cx="1097280" cy="1097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377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05740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7135" y="2194560"/>
            <a:ext cx="109728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</a:t>
            </a:r>
            <a:r>
              <a:rPr sz="1700" b="0">
                <a:solidFill>
                  <a:srgbClr val="F4F1EC"/>
                </a:solidFill>
                <a:latin typeface="Montserrat"/>
              </a:rPr>
              <a:t>/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7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0603A"/>
                </a:solidFill>
                <a:latin typeface="Montserrat"/>
              </a:rPr>
              <a:t>ХОД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A8A29E"/>
                </a:solidFill>
                <a:latin typeface="Montserrat"/>
              </a:rPr>
              <a:t>Одно правило, два чтения: поле длины остаётся на offset 2</a:t>
            </a:r>
          </a:p>
        </p:txBody>
      </p:sp>
      <p:pic>
        <p:nvPicPr>
          <p:cNvPr id="7" name="Picture 6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264209" cy="2011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наблюдение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3449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3449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гипотеза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3938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4427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4427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контрпример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4916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4916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уточнение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5405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5405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повторная 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4 НЕЗАВИСИМЫХ СЕССИИ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Значение 2 повторяется в 4 независимых сессиях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Точность, покрытие корпуса организаторов, ресурсы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Уточнили правило: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2834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7055" y="2788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77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0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772264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D0603A"/>
                </a:solidFill>
                <a:latin typeface="Tektur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Пик памяти 350 МиБ при бюджете 4 ГиБ</a:t>
            </a:r>
          </a:p>
        </p:txBody>
      </p:sp>
      <p:pic>
        <p:nvPicPr>
          <p:cNvPr id="7" name="Picture 6" descr="memor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604892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349240"/>
            <a:ext cx="1444752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5349240"/>
            <a:ext cx="1600200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539496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5349240"/>
            <a:ext cx="1133856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539496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250k пакетов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Условия замера: 95.66 МиБ, 250 000 пакетов, 1000 сессий, 4 vCPU / 16 ГиБ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Живое окно и запись прогона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Живое окно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Резерв: запись прогона</a:t>
            </a:r>
          </a:p>
        </p:txBody>
      </p:sp>
      <p:pic>
        <p:nvPicPr>
          <p:cNvPr id="5" name="Picture 4" descr="screencast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852160" cy="32918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3182112" y="2770632"/>
            <a:ext cx="1133856" cy="1133856"/>
          </a:xfrm>
          <a:prstGeom prst="ellipse">
            <a:avLst/>
          </a:prstGeom>
          <a:noFill/>
          <a:ln w="38100">
            <a:solidFill>
              <a:srgbClr val="D06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602736" y="3118104"/>
            <a:ext cx="457200" cy="438912"/>
          </a:xfrm>
          <a:prstGeom prst="triangle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Полный прогон референсного исследования · 2:22 · без звука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Играется, если живое окно не поднимется на защите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Что мы не утверждаем и что осталось за рамками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