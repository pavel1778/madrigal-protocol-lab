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4592" y="1143000"/>
            <a:ext cx="11841480" cy="5166360"/>
          </a:xfrm>
          <a:prstGeom prst="rect">
            <a:avLst/>
          </a:prstGeom>
          <a:solidFill>
            <a:srgbClr val="0D0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788" y="1353312"/>
            <a:ext cx="3868927" cy="2176272"/>
          </a:xfrm>
          <a:prstGeom prst="rect">
            <a:avLst/>
          </a:prstGeom>
        </p:spPr>
      </p:pic>
      <p:pic>
        <p:nvPicPr>
          <p:cNvPr id="5" name="Picture 4" descr="02_sess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948" y="1353312"/>
            <a:ext cx="3868927" cy="2176272"/>
          </a:xfrm>
          <a:prstGeom prst="rect">
            <a:avLst/>
          </a:prstGeom>
        </p:spPr>
      </p:pic>
      <p:pic>
        <p:nvPicPr>
          <p:cNvPr id="6" name="Picture 5" descr="03_hex_match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788" y="3685032"/>
            <a:ext cx="3868927" cy="2176272"/>
          </a:xfrm>
          <a:prstGeom prst="rect">
            <a:avLst/>
          </a:prstGeom>
        </p:spPr>
      </p:pic>
      <p:pic>
        <p:nvPicPr>
          <p:cNvPr id="7" name="Picture 6" descr="07_rule_edi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6948" y="3685032"/>
            <a:ext cx="3868927" cy="21762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