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15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A239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4864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EDEDED"/>
                </a:solidFill>
                <a:latin typeface="Montserrat"/>
              </a:rPr>
              <a:t>Нас двое — тёмная тема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B8B8B8"/>
                </a:solidFill>
                <a:latin typeface="Montserrat"/>
              </a:rPr>
              <a:t>UMIRHack 2026 · кейс #02 · Мадригал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103120"/>
            <a:ext cx="10515600" cy="1463040"/>
          </a:xfrm>
          <a:prstGeom prst="rect">
            <a:avLst/>
          </a:prstGeom>
          <a:solidFill>
            <a:srgbClr val="1D1D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team-avatar-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2240280"/>
            <a:ext cx="1188720" cy="11887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651760" y="2267712"/>
            <a:ext cx="6400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EDEDED"/>
                </a:solidFill>
                <a:latin typeface="Montserrat"/>
              </a:rPr>
              <a:t>Сабадаш Павел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51760" y="2761488"/>
            <a:ext cx="6400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B8B8B8"/>
                </a:solidFill>
                <a:latin typeface="Montserrat"/>
              </a:rPr>
              <a:t>Архитектура · захват · интерфейс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51760" y="3090672"/>
            <a:ext cx="6400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A2391D"/>
                </a:solidFill>
                <a:latin typeface="JetBrains Mono"/>
              </a:rPr>
              <a:t>@Pasha1778</a:t>
            </a:r>
          </a:p>
        </p:txBody>
      </p:sp>
      <p:pic>
        <p:nvPicPr>
          <p:cNvPr id="11" name="Picture 10" descr="qr_telegram_pash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0" y="2267712"/>
            <a:ext cx="1143000" cy="114300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822960" y="3840480"/>
            <a:ext cx="10515600" cy="1463040"/>
          </a:xfrm>
          <a:prstGeom prst="rect">
            <a:avLst/>
          </a:prstGeom>
          <a:solidFill>
            <a:srgbClr val="1D1D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team-avatar-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3977640"/>
            <a:ext cx="1188720" cy="11887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651760" y="4005072"/>
            <a:ext cx="6400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EDEDED"/>
                </a:solidFill>
                <a:latin typeface="Montserrat"/>
              </a:rPr>
              <a:t>Предков Никита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51760" y="4498848"/>
            <a:ext cx="6400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B8B8B8"/>
                </a:solidFill>
                <a:latin typeface="Montserrat"/>
              </a:rPr>
              <a:t>Правила · тесты · ревью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51760" y="4828032"/>
            <a:ext cx="6400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A2391D"/>
                </a:solidFill>
                <a:latin typeface="JetBrains Mono"/>
              </a:rPr>
              <a:t>@petruan</a:t>
            </a:r>
          </a:p>
        </p:txBody>
      </p:sp>
      <p:pic>
        <p:nvPicPr>
          <p:cNvPr id="17" name="Picture 16" descr="qr_telegram_nikit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0" y="4005072"/>
            <a:ext cx="1143000" cy="11430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22960" y="61264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B8B8B8"/>
                </a:solidFill>
                <a:latin typeface="JetBrains Mono"/>
              </a:rPr>
              <a:t>github.com/Pavel1778/madrigal-protocol-lab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B73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4864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16181A"/>
                </a:solidFill>
                <a:latin typeface="Montserrat"/>
              </a:rPr>
              <a:t>Нас двое — светлая тема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4A4A4A"/>
                </a:solidFill>
                <a:latin typeface="Montserrat"/>
              </a:rPr>
              <a:t>UMIRHack 2026 · кейс #02 · Мадригал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103120"/>
            <a:ext cx="10515600" cy="14630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team-avatar-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2240280"/>
            <a:ext cx="1188720" cy="11887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651760" y="2267712"/>
            <a:ext cx="6400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81A"/>
                </a:solidFill>
                <a:latin typeface="Montserrat"/>
              </a:rPr>
              <a:t>Сабадаш Павел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51760" y="2761488"/>
            <a:ext cx="6400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4A4A4A"/>
                </a:solidFill>
                <a:latin typeface="Montserrat"/>
              </a:rPr>
              <a:t>Архитектура · захват · интерфейс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51760" y="3090672"/>
            <a:ext cx="6400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B7301A"/>
                </a:solidFill>
                <a:latin typeface="JetBrains Mono"/>
              </a:rPr>
              <a:t>@Pasha1778</a:t>
            </a:r>
          </a:p>
        </p:txBody>
      </p:sp>
      <p:pic>
        <p:nvPicPr>
          <p:cNvPr id="11" name="Picture 10" descr="qr_telegram_pash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0" y="2267712"/>
            <a:ext cx="1143000" cy="114300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822960" y="3840480"/>
            <a:ext cx="10515600" cy="14630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team-avatar-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3977640"/>
            <a:ext cx="1188720" cy="11887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651760" y="4005072"/>
            <a:ext cx="6400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181A"/>
                </a:solidFill>
                <a:latin typeface="Montserrat"/>
              </a:rPr>
              <a:t>Предков Никита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51760" y="4498848"/>
            <a:ext cx="6400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4A4A4A"/>
                </a:solidFill>
                <a:latin typeface="Montserrat"/>
              </a:rPr>
              <a:t>Правила · тесты · ревью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51760" y="4828032"/>
            <a:ext cx="6400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B7301A"/>
                </a:solidFill>
                <a:latin typeface="JetBrains Mono"/>
              </a:rPr>
              <a:t>@petruan</a:t>
            </a:r>
          </a:p>
        </p:txBody>
      </p:sp>
      <p:pic>
        <p:nvPicPr>
          <p:cNvPr id="17" name="Picture 16" descr="qr_telegram_nikit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0" y="4005072"/>
            <a:ext cx="1143000" cy="11430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22960" y="61264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4A4A4A"/>
                </a:solidFill>
                <a:latin typeface="JetBrains Mono"/>
              </a:rPr>
              <a:t>github.com/Pavel1778/madrigal-protocol-lab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